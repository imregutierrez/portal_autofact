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Portal de Clientes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Simplificando la gestión y validación de documentos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Moderno • Minimalista • Eficiente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Descripción General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Plataforma web de vanguardia diseñada para centralizar la recepción y gestión de documentos fiscales e información operativa.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8229600" cy="14630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432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Arquitectura Moderna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Desarrollado con web rápida y almacenamiento Cloud seguro (AWS S3). Validaciones automatizadas para garantizar integridad. Todo con una interfaz limpia.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Beneficios para Nuestros Clientes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Beneficio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Impacto en la Empresa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⚡ Automatización Inteligente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Validación en tiempo real de XMLs y datos, reduciendo drásticamente el trabajo manual.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🎨 UI/UX Premium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Diseño minimalista y fácil de usar. Formularios adaptables a dispositivos móviles y escritorio.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☁️ Seguridad Cloud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Documentos respaldados con alta disponibilidad en la infraestructura de Amazon Web Services.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⏰ Ahorro de Tiempo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Tareas manuales que tomaban horas de revisión ahora se procesan y catalogan en segundos.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Configuración e Instalación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Proceso centralizado y sin fricciones. Elimina los tiempos de espera y dependencias técnicas.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57600" cy="182880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688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Plug &amp; Play: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Solo ingresa el nombre de la empresa y fechas de acceso. El portal se despliega solo.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22860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¿Por qué es superior?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Cero fricción técnica para el administrador.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Desactivación automática y segura.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Acceso privado listo para el cliente al instante.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Roadmap: Plan de Crecimiento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Mes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Nuevas Características y Módulos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Mes 1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Reportes Exportables (Excel/PDF) • Optimizaciones en visor de archivos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Mes 2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Alertas y Notificaciones Dinámicas • Autenticación Multifactores (MFA)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Mes 3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Inteligencia de Negocios (Dashboard) • Conciliación Masiva de XMLs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Mes 4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Integración de Firma Electrónica API • Gateway de integraciones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Mes 5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Extracción de datos inteligente vía OCR • Soporte Multi-idioma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Portal de Clientes trasciende la idea de un simple repositorio. Es una herramienta estratégica que minimiza errores y proyecta una imagen vanguardista.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Escalable: Listo para integrar nuevos módulos en el futuro.</a:t>
            </a: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Seguro: Prioriza la integridad y el control de acceso en la nube.</a:t>
            </a: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Excepcional: Una interfaz minimalista que marca la diferencia en el mercado.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IMR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Portal de Clientes</dc:title>
  <dc:subject>PptxGenJS Presentation</dc:subject>
  <dc:creator>IMR</dc:creator>
  <cp:lastModifiedBy>IMR</cp:lastModifiedBy>
  <cp:revision>1</cp:revision>
  <dcterms:created xsi:type="dcterms:W3CDTF">2026-02-27T15:57:47Z</dcterms:created>
  <dcterms:modified xsi:type="dcterms:W3CDTF">2026-02-27T15:57:47Z</dcterms:modified>
</cp:coreProperties>
</file>